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7" r:id="rId3"/>
    <p:sldId id="273" r:id="rId4"/>
    <p:sldId id="277" r:id="rId5"/>
    <p:sldId id="272" r:id="rId6"/>
    <p:sldId id="278" r:id="rId7"/>
    <p:sldId id="258" r:id="rId8"/>
    <p:sldId id="279" r:id="rId9"/>
    <p:sldId id="275" r:id="rId10"/>
    <p:sldId id="280" r:id="rId11"/>
    <p:sldId id="270" r:id="rId12"/>
    <p:sldId id="27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53" d="100"/>
          <a:sy n="53" d="100"/>
        </p:scale>
        <p:origin x="-114" y="-4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3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5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8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4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1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2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8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7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2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5949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4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1828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49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62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CDF9D-D06D-4AE4-AED3-851F1E97A78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2FD4FBF-F8E8-414F-BB64-7CF7D20DD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9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DC05F1-DE8E-02B7-473E-D31D102EF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215970"/>
            <a:ext cx="8839200" cy="2578745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</a:t>
            </a:r>
            <a:r>
              <a:rPr lang="en-US" sz="4000" b="1" dirty="0" smtClean="0"/>
              <a:t>TITLE:</a:t>
            </a:r>
            <a:r>
              <a:rPr lang="en-US" sz="4000" b="1" dirty="0">
                <a:solidFill>
                  <a:schemeClr val="tx1"/>
                </a:solidFill>
              </a:rPr>
              <a:t/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 smtClean="0"/>
              <a:t>SUPERVISOR: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E8338AC-8503-2663-94EE-F4BFACFA192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69" y="215969"/>
            <a:ext cx="1574731" cy="1384231"/>
          </a:xfrm>
          <a:prstGeom prst="rect">
            <a:avLst/>
          </a:prstGeom>
          <a:noFill/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85AF72C8-7A68-1C8F-3272-4BCFC91D3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6360579" flipH="1" flipV="1">
            <a:off x="6815770" y="4936973"/>
            <a:ext cx="1099507" cy="127678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Autofit/>
          </a:bodyPr>
          <a:lstStyle/>
          <a:p>
            <a:endParaRPr lang="en-US" sz="28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49622"/>
              </p:ext>
            </p:extLst>
          </p:nvPr>
        </p:nvGraphicFramePr>
        <p:xfrm>
          <a:off x="1600200" y="3232596"/>
          <a:ext cx="8943976" cy="3625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3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74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3839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377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6235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STUDENT NAME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SIN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PROGRAMME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6485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858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9846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001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8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23" y="624110"/>
            <a:ext cx="9848090" cy="687855"/>
          </a:xfrm>
        </p:spPr>
        <p:txBody>
          <a:bodyPr/>
          <a:lstStyle/>
          <a:p>
            <a:r>
              <a:rPr lang="en-US" sz="3600" b="1" dirty="0"/>
              <a:t>1</a:t>
            </a:r>
            <a:r>
              <a:rPr lang="en-US" sz="3600" b="1" dirty="0" smtClean="0"/>
              <a:t>. Aims &amp;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57DE00-19BF-AE62-A8A0-B970CB323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522" y="1311965"/>
            <a:ext cx="9848090" cy="4599257"/>
          </a:xfrm>
        </p:spPr>
        <p:txBody>
          <a:bodyPr>
            <a:normAutofit/>
          </a:bodyPr>
          <a:lstStyle/>
          <a:p>
            <a:r>
              <a:rPr lang="en-US" b="1" dirty="0"/>
              <a:t> Aim of Project </a:t>
            </a:r>
            <a:endParaRPr lang="en-US" dirty="0"/>
          </a:p>
          <a:p>
            <a:r>
              <a:rPr lang="en-US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320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2. Product CAD Design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7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2. </a:t>
            </a:r>
            <a:r>
              <a:rPr lang="en-US" b="1" dirty="0"/>
              <a:t>Product CAD </a:t>
            </a:r>
            <a:r>
              <a:rPr lang="en-US" b="1" dirty="0" smtClean="0"/>
              <a:t>Design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338" y="358437"/>
            <a:ext cx="9689064" cy="740864"/>
          </a:xfrm>
        </p:spPr>
        <p:txBody>
          <a:bodyPr/>
          <a:lstStyle/>
          <a:p>
            <a:r>
              <a:rPr lang="en-US" b="1" dirty="0" smtClean="0"/>
              <a:t>3. CAD Circuit Diagrams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3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3. CAD Circuit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57DE00-19BF-AE62-A8A0-B970CB323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092" y="1742661"/>
            <a:ext cx="9830873" cy="5115339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837126" y="377688"/>
            <a:ext cx="1580431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9" name="Rectangle 51"/>
          <p:cNvSpPr>
            <a:spLocks noChangeArrowheads="1"/>
          </p:cNvSpPr>
          <p:nvPr/>
        </p:nvSpPr>
        <p:spPr bwMode="auto">
          <a:xfrm>
            <a:off x="837126" y="480945"/>
            <a:ext cx="158043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90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4. Test Results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36989"/>
            <a:ext cx="9689064" cy="740864"/>
          </a:xfrm>
        </p:spPr>
        <p:txBody>
          <a:bodyPr/>
          <a:lstStyle/>
          <a:p>
            <a:r>
              <a:rPr lang="en-US" b="1" dirty="0" smtClean="0"/>
              <a:t>4. Test Results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8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5. Discussion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549" y="624110"/>
            <a:ext cx="9689064" cy="740864"/>
          </a:xfrm>
        </p:spPr>
        <p:txBody>
          <a:bodyPr/>
          <a:lstStyle/>
          <a:p>
            <a:r>
              <a:rPr lang="en-US" b="1" dirty="0" smtClean="0"/>
              <a:t>5. Discussion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5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23" y="624110"/>
            <a:ext cx="9848090" cy="714360"/>
          </a:xfrm>
        </p:spPr>
        <p:txBody>
          <a:bodyPr/>
          <a:lstStyle/>
          <a:p>
            <a:r>
              <a:rPr lang="en-US" b="1" dirty="0" smtClean="0"/>
              <a:t>6. Conclusions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1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23" y="624110"/>
            <a:ext cx="9848090" cy="714360"/>
          </a:xfrm>
        </p:spPr>
        <p:txBody>
          <a:bodyPr/>
          <a:lstStyle/>
          <a:p>
            <a:r>
              <a:rPr lang="en-US" b="1" dirty="0" smtClean="0"/>
              <a:t>7.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57DE00-19BF-AE62-A8A0-B970CB323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522" y="1457739"/>
            <a:ext cx="9848090" cy="4453483"/>
          </a:xfrm>
        </p:spPr>
        <p:txBody>
          <a:bodyPr/>
          <a:lstStyle/>
          <a:p>
            <a:pPr lvl="0"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910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6DC819-F9A6-B097-594E-76EC6806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23" y="624110"/>
            <a:ext cx="9848090" cy="1280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57DE00-19BF-AE62-A8A0-B970CB323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461" y="2133600"/>
            <a:ext cx="10219151" cy="37776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>
                <a:latin typeface="Algerian" panose="04020705040A02060702" pitchFamily="82" charset="0"/>
              </a:rPr>
              <a:t>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32E03C7-A0BD-EEDF-C4E2-FCD1BE515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6522" cy="1457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023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</TotalTime>
  <Words>65</Words>
  <Application>Microsoft Office PowerPoint</Application>
  <PresentationFormat>Custom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Wisp</vt:lpstr>
      <vt:lpstr>PROJECT TITLE:  SUPERVISOR:</vt:lpstr>
      <vt:lpstr>1. Aims &amp; Objectives</vt:lpstr>
      <vt:lpstr>2. Product CAD Design</vt:lpstr>
      <vt:lpstr>2. Product CAD Design</vt:lpstr>
      <vt:lpstr>3. CAD Circuit Diagrams</vt:lpstr>
      <vt:lpstr>3. CAD Circuit Diagrams</vt:lpstr>
      <vt:lpstr>4. Test Results</vt:lpstr>
      <vt:lpstr>4. Test Results</vt:lpstr>
      <vt:lpstr>5. Discussion</vt:lpstr>
      <vt:lpstr>5. Discussion</vt:lpstr>
      <vt:lpstr>6. Conclusions</vt:lpstr>
      <vt:lpstr>7. Recommendations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 SUPERVISOR:</dc:title>
  <dc:creator>EMMANUEL BWEMBYA</dc:creator>
  <cp:lastModifiedBy>MELELEP</cp:lastModifiedBy>
  <cp:revision>13</cp:revision>
  <dcterms:created xsi:type="dcterms:W3CDTF">2023-02-15T01:58:13Z</dcterms:created>
  <dcterms:modified xsi:type="dcterms:W3CDTF">2026-06-10T13:10:47Z</dcterms:modified>
</cp:coreProperties>
</file>